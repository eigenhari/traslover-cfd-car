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58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8e632d2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8e632d2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8e632d2f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8e632d2f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8e632d2fb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f8e632d2fb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 amt="19000"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3050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1" y="4819650"/>
            <a:ext cx="10515600" cy="127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9"/>
            <a:ext cx="6172200" cy="48736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 amt="19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449150" y="1148400"/>
            <a:ext cx="11325300" cy="1731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AnK [Accelerated Komputing]</a:t>
            </a:r>
            <a:endParaRPr sz="6700"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29/11/2024</a:t>
            </a: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915BDE-E8A1-1EA9-15EE-FAF0216930AB}"/>
              </a:ext>
            </a:extLst>
          </p:cNvPr>
          <p:cNvSpPr txBox="1"/>
          <p:nvPr/>
        </p:nvSpPr>
        <p:spPr>
          <a:xfrm>
            <a:off x="9108141" y="4463988"/>
            <a:ext cx="2245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Hari Prasad Gajurel</a:t>
            </a:r>
            <a:endParaRPr lang="en-MY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Table of content</a:t>
            </a:r>
            <a:endParaRPr sz="2800"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735500" y="1705750"/>
            <a:ext cx="10894500" cy="418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Box model</a:t>
            </a: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Summery</a:t>
            </a: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Work</a:t>
            </a: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285750">
              <a:lnSpc>
                <a:spcPct val="115000"/>
              </a:lnSpc>
              <a:spcBef>
                <a:spcPts val="1200"/>
              </a:spcBef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	    </a:t>
            </a:r>
            <a:endParaRPr lang="en-MY" sz="1800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dirty="0"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562200" y="469150"/>
            <a:ext cx="2847300" cy="7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0D2F-7523-1FC8-4FB6-CDFD9184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24EA-C6AC-05FE-314B-EB3C92CCD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 sz="2000" dirty="0"/>
              <a:t>Develop the transient based Tran solver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93977-933B-6A04-AC5B-EC5847257C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2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61E6-2781-5DED-3936-0F978518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Background  : </a:t>
            </a:r>
            <a:r>
              <a:rPr lang="en-US" sz="2000" dirty="0"/>
              <a:t>Previous work</a:t>
            </a:r>
            <a:endParaRPr lang="en-MY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259A4-6541-526E-D047-C4620168B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Visualization of the inference</a:t>
            </a:r>
          </a:p>
          <a:p>
            <a:r>
              <a:rPr lang="en-US" sz="2000" dirty="0"/>
              <a:t>Visualization of the training and validation</a:t>
            </a:r>
          </a:p>
          <a:p>
            <a:r>
              <a:rPr lang="en-US" sz="2000" dirty="0"/>
              <a:t>File Conversion to .</a:t>
            </a:r>
            <a:r>
              <a:rPr lang="en-US" sz="2000" dirty="0" err="1"/>
              <a:t>vtk</a:t>
            </a:r>
            <a:endParaRPr lang="en-MY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30DE1-DF84-1598-044A-B1E22459B3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20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6D80-8A0C-C496-F572-4DF51422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Black Box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814E-0DA7-8E28-B6BD-8F3074E55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04CC2-93EB-AAA4-DF8B-4E52D9FD28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DF299-73D6-1666-F237-C50AF5919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9906"/>
            <a:ext cx="5714313" cy="442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3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BE05-24E9-E950-99B3-D2926483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Summery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353B4-F84E-B769-0C8F-CABA87F63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sz="2000" dirty="0"/>
              <a:t>Literature review</a:t>
            </a:r>
          </a:p>
          <a:p>
            <a:r>
              <a:rPr lang="en-MY" sz="2000" dirty="0"/>
              <a:t>Black Box model</a:t>
            </a:r>
          </a:p>
          <a:p>
            <a:r>
              <a:rPr lang="en-MY" sz="2000" dirty="0"/>
              <a:t>Try to feed data into model</a:t>
            </a:r>
          </a:p>
          <a:p>
            <a:r>
              <a:rPr lang="en-MY" sz="2000" dirty="0"/>
              <a:t>Learn about 2D deformation through </a:t>
            </a:r>
            <a:r>
              <a:rPr lang="en-MY" sz="2000" dirty="0" err="1"/>
              <a:t>trnasolver</a:t>
            </a:r>
            <a:endParaRPr lang="en-MY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152F7-0F17-902A-82A2-E4917CD184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5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7847-45A2-A4F0-6EA0-33415B9D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dirty="0"/>
              <a:t>Further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47AE0-0FA2-864A-FD6C-BB942218A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MY" sz="2000" dirty="0"/>
              <a:t>Make model</a:t>
            </a:r>
          </a:p>
          <a:p>
            <a:r>
              <a:rPr lang="en-MY" sz="2000" dirty="0"/>
              <a:t>Feed proper data </a:t>
            </a:r>
          </a:p>
          <a:p>
            <a:r>
              <a:rPr lang="en-MY" sz="2000" dirty="0"/>
              <a:t>Train the model correctly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7E8E8-C0A4-E075-2FBD-2ADC9E3EF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7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838200" y="283895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106</Words>
  <Application>Microsoft Office PowerPoint</Application>
  <PresentationFormat>Widescreen</PresentationFormat>
  <Paragraphs>44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AnK [Accelerated Komputing]</vt:lpstr>
      <vt:lpstr>Table of content</vt:lpstr>
      <vt:lpstr>Problem statement</vt:lpstr>
      <vt:lpstr>Background  : Previous work</vt:lpstr>
      <vt:lpstr>Black Box model</vt:lpstr>
      <vt:lpstr>Summery</vt:lpstr>
      <vt:lpstr>Further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 prasad Gajurel</dc:creator>
  <cp:lastModifiedBy>Hari prasad Gajurel</cp:lastModifiedBy>
  <cp:revision>2</cp:revision>
  <dcterms:modified xsi:type="dcterms:W3CDTF">2025-01-17T10:01:49Z</dcterms:modified>
</cp:coreProperties>
</file>